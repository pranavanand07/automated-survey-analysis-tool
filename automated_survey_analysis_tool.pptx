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Fira Code" panose="020B0809050000020004" pitchFamily="49" charset="0"/>
      <p:regular r:id="rId16"/>
      <p:bold r:id="rId17"/>
    </p:embeddedFont>
    <p:embeddedFont>
      <p:font typeface="Merriweather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81000" y="2243137"/>
            <a:ext cx="11811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Survey Analysis Tool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81000" y="3957637"/>
            <a:ext cx="11430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Leveraging Deep Learning (Bi-LSTM) for Customer Insights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9F861-EA38-BA2D-3D32-963C6DD1443A}"/>
              </a:ext>
            </a:extLst>
          </p:cNvPr>
          <p:cNvSpPr txBox="1"/>
          <p:nvPr/>
        </p:nvSpPr>
        <p:spPr>
          <a:xfrm>
            <a:off x="2880360" y="4828032"/>
            <a:ext cx="64373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Pranav Anand</a:t>
            </a:r>
          </a:p>
          <a:p>
            <a:pPr algn="ctr"/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Data Science</a:t>
            </a:r>
            <a:endParaRPr lang="en-IN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381000" y="2633662"/>
            <a:ext cx="58007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</a:t>
            </a:r>
            <a:endParaRPr dirty="0"/>
          </a:p>
        </p:txBody>
      </p:sp>
      <p:sp>
        <p:nvSpPr>
          <p:cNvPr id="92" name="Google Shape;92;p14"/>
          <p:cNvSpPr txBox="1"/>
          <p:nvPr/>
        </p:nvSpPr>
        <p:spPr>
          <a:xfrm>
            <a:off x="381000" y="3205162"/>
            <a:ext cx="5524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Manual analysis of thousands of customer surveys is slow, prone to bias, and unscalable for growing businesses.</a:t>
            </a:r>
            <a:endParaRPr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6010275" y="2633662"/>
            <a:ext cx="58007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The Solution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6096000" y="3100389"/>
            <a:ext cx="5524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 automated Deep Learning system that parses unstructured text, detects sentiment with high accuracy, and flags urgent issues instantly, enabling real-time decision making.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3810000" y="381000"/>
            <a:ext cx="480060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738437"/>
            <a:ext cx="36195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0" y="2738437"/>
            <a:ext cx="36195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738437"/>
            <a:ext cx="36195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285636" y="3814762"/>
            <a:ext cx="181022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3.10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6750" y="4481512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Core programming language used for data manipulation and model development.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550806" y="3814762"/>
            <a:ext cx="309038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TensorFlow &amp; Keras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572000" y="4481512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Frameworks used to build, train, and deploy the Deep Learning (LSTM) model.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661082" y="3814762"/>
            <a:ext cx="268033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Pandas &amp; NumPy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77250" y="4481512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Libraries for high-performance data handling, cleaning, and preprocessing.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0725" y="30813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7400" y="30813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72650" y="30813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2424112" y="381000"/>
            <a:ext cx="7710963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Tools &amp; Technologies Used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1404937" y="3895725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005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3690937" y="3895725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005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976937" y="3895725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005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8262937" y="3895725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005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0548937" y="3895725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005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81000" y="3995737"/>
            <a:ext cx="11430000" cy="38100"/>
          </a:xfrm>
          <a:prstGeom prst="roundRect">
            <a:avLst>
              <a:gd name="adj" fmla="val 16667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-156210" y="4014787"/>
            <a:ext cx="336042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Loading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-76200" y="4395787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Ingestion of Twitter US Airline Sentiment dataset (14k+ rows).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2129790" y="3157537"/>
            <a:ext cx="336042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Preprocessing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209800" y="3538537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Tokenization, Padding, and converting labels to categorical integers.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415790" y="4014787"/>
            <a:ext cx="336042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Building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495800" y="4395787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Designing the Bi-Directional LSTM architecture with Embeddings.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01790" y="3157537"/>
            <a:ext cx="336042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Training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81800" y="3538537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 training with Early Stopping and Regularization.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105900" y="4014787"/>
            <a:ext cx="3124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105900" y="4395787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Validation using Unseen Data and Accuracy Metrics.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2667000" y="381000"/>
            <a:ext cx="720090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/ Workflow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6286500" y="2962275"/>
            <a:ext cx="58007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Preparing Text for AI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286500" y="3486150"/>
            <a:ext cx="5524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Before the model can "read" text, we must convert it into a numeric format.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619875" y="3843337"/>
            <a:ext cx="47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67500" y="3867150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Tokenization:</a:t>
            </a: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Converts frequent words (e.g., "flight", "bad") into unique integers.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19875" y="4319587"/>
            <a:ext cx="47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67500" y="4343400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Padding:</a:t>
            </a: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Ensures every input vector is exactly 50 numbers long, filling shorter sentences with zeros. This allows for efficient batch processing in the Neural Network.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790700" y="381000"/>
            <a:ext cx="904113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Implementation: Preprocessing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07BB7B-2CCE-00B5-FCCA-7610CCFA0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69" y="2382199"/>
            <a:ext cx="5800725" cy="2781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571500" y="571500"/>
            <a:ext cx="5550693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Bi-LSTM Architecture</a:t>
            </a:r>
            <a:endParaRPr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5567934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 use a </a:t>
            </a:r>
            <a:r>
              <a:rPr lang="en-US" sz="1125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Bi-Directional Long Short-Term Memory (LSTM)</a:t>
            </a:r>
            <a:r>
              <a:rPr lang="en-US" sz="1125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network. Unlike standard models, this reads text both forwards and backwards, allowing it to understand context (e.g., recognizing that "not good" is negative).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D31755-4654-CFD1-CD21-86697B30F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39" y="1962150"/>
            <a:ext cx="5857875" cy="33322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/>
        </p:nvSpPr>
        <p:spPr>
          <a:xfrm>
            <a:off x="6286500" y="2938462"/>
            <a:ext cx="58007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 of Results</a:t>
            </a:r>
            <a:endParaRPr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6286500" y="3462337"/>
            <a:ext cx="5524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graph demonstrates a successful training process utilizing </a:t>
            </a:r>
            <a:r>
              <a:rPr lang="en-US" sz="1125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Early Stopping</a:t>
            </a: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19875" y="3819525"/>
            <a:ext cx="47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67500" y="3843337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Convergence:</a:t>
            </a:r>
            <a:r>
              <a:rPr lang="en-US" sz="1125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The Training (Blue) and Validation (Orange) lines remain close, indicating the model generalizes well to new data.</a:t>
            </a:r>
            <a:endParaRPr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6619875" y="4343400"/>
            <a:ext cx="47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667500" y="4367212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Prevention of Overfitting:</a:t>
            </a: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By stopping automatically at Epoch 5, we prevented the model from memorizing noise, resulting in a robust validation accuracy of ~82%.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975961" y="145732"/>
            <a:ext cx="862107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Output: Training Convergence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A5F46B-8F05-069E-044F-6DAA60DD1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64" y="3876865"/>
            <a:ext cx="5435536" cy="2976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DB05B9-99E6-EF02-B7B0-53C248450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64" y="960120"/>
            <a:ext cx="5435536" cy="27819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/>
        </p:nvSpPr>
        <p:spPr>
          <a:xfrm>
            <a:off x="381000" y="3028950"/>
            <a:ext cx="58007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Sentiment Prediction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381000" y="3552825"/>
            <a:ext cx="5524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system was tested against "tricky" user inputs to verify its semantic understanding. The model successfully handled negation and mixed feedback.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381000" y="4124325"/>
            <a:ext cx="5524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Key Results: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477000" y="3681412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Positive 😊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714375" y="4443412"/>
            <a:ext cx="47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62000" y="4467225"/>
            <a:ext cx="5143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Correctly identified "Double Negatives" as Positive/Neutral.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14375" y="4633912"/>
            <a:ext cx="47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62000" y="4657725"/>
            <a:ext cx="5143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 confidence scores (&gt;90%) for clear feedback.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2133600" y="381000"/>
            <a:ext cx="8321040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Output: Real-World Inference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75008-4079-4482-C35E-57E723713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19079"/>
            <a:ext cx="5677692" cy="3324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/>
        </p:nvSpPr>
        <p:spPr>
          <a:xfrm>
            <a:off x="4490799" y="2305050"/>
            <a:ext cx="3210401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381000" y="3438525"/>
            <a:ext cx="114300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We successfully built an end-to-end Automated Survey Analysis tool. By leveraging Bi-LSTM Deep Learning, we achieved significantly higher accuracy than traditional keyword methods, providing businesses with a scalable way to extract actionable insights from raw customer data.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474</Words>
  <Application>Microsoft Office PowerPoint</Application>
  <PresentationFormat>Widescreen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DM Sans</vt:lpstr>
      <vt:lpstr>Merriweather</vt:lpstr>
      <vt:lpstr>Calibri</vt:lpstr>
      <vt:lpstr>Fira Code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PRANAV  ANAND</cp:lastModifiedBy>
  <cp:revision>9</cp:revision>
  <dcterms:modified xsi:type="dcterms:W3CDTF">2025-11-27T10:51:15Z</dcterms:modified>
</cp:coreProperties>
</file>